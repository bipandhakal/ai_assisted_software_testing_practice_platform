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b8ec78f1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b8ec78f1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b8ec78f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b8ec78f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b8ec78f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b8ec78f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b8ec78f1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b8ec78f1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6f6d6dcb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6f6d6dcb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6f6d6dcb8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6f6d6dcb8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6f6d6dcb8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6f6d6dcb8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6f6d6dcb8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6f6d6dcb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6f6d6dcb8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6f6d6dcb8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bb248e3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bb248e3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bb248e32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bb248e32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bb248e32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bb248e32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b959848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b959848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b9598482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b9598482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b9598482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b9598482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9598482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b9598482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7852adf8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7852adf8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7852adf8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7852adf8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180">
                <a:latin typeface="Times New Roman"/>
                <a:ea typeface="Times New Roman"/>
                <a:cs typeface="Times New Roman"/>
                <a:sym typeface="Times New Roman"/>
              </a:rPr>
              <a:t>AI</a:t>
            </a:r>
            <a:r>
              <a:rPr b="1" lang="en" sz="3180">
                <a:latin typeface="Times New Roman"/>
                <a:ea typeface="Times New Roman"/>
                <a:cs typeface="Times New Roman"/>
                <a:sym typeface="Times New Roman"/>
              </a:rPr>
              <a:t>-Assisted</a:t>
            </a:r>
            <a:r>
              <a:rPr b="1" lang="en" sz="3180">
                <a:latin typeface="Times New Roman"/>
                <a:ea typeface="Times New Roman"/>
                <a:cs typeface="Times New Roman"/>
                <a:sym typeface="Times New Roman"/>
              </a:rPr>
              <a:t> Software Testing Practice Platform</a:t>
            </a:r>
            <a:endParaRPr b="1" sz="318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1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56775" y="229190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b="1" sz="23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Bipan </a:t>
            </a: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Dhakal (CIHE251088</a:t>
            </a: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Santosh Chapagain(CIHE251055)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Keshav Raj Poudel(CIHE251100)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Susil Kumar Shrestha(CIHE251075)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Manjil Khanal(CIHE250109)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web application where students practice ISTQB Foundation Level (CTFL v4.0) certification-style questions.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AI-generated reasoning for each answer via Google Gemini API.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Domain-level analytics dashboard—monitor progress and highlight weak areas.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React, Python Flask, PostgreSQL, and Google Gemini API.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develop in collaboration with industry partner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Bottot Pty Ltd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60% of candidates pass the ISTQB Foundation Level exam on their first attempt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AI feedback on wrong answers — candidates must manually search the syllabus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domain-level analytics — candidates cannot identify and target their weak areas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Goals and Objectives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product that allows ISTQB Foundation Level students to practice with AI-generated explanations and domain-level performance metrics.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1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Build a secure web prototype with CTFL v4.0 practice questions and Google Gemini AI answer explanations.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2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Implement a learner analytics dashboard showing domain-level performance and weak area recommendations.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latin typeface="Times New Roman"/>
                <a:ea typeface="Times New Roman"/>
                <a:cs typeface="Times New Roman"/>
                <a:sym typeface="Times New Roman"/>
              </a:rPr>
              <a:t>Project Scope</a:t>
            </a:r>
            <a:endParaRPr b="1" sz="2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Scope: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+ Next.js frontend, Python Flask REST API, PostgreSQL database.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150+ original questions across all 6 CTFL v4.0 domains.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Gemini AI explanations and domain analytics dashboard.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 of Scope: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Production cloud deployment, native mobile app.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Advanced/Expert ISTQB levels.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systems and multi-language support.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234250" y="150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Project Charter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723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3375"/>
            <a:ext cx="9144000" cy="40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1022075" y="555125"/>
            <a:ext cx="5918400" cy="21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endParaRPr b="1" sz="2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60% pass rate in ISTQB exam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free AI-based learning tool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AI-powered test prep platform (Gemini)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4697950" y="555125"/>
            <a:ext cx="3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1022075" y="2470050"/>
            <a:ext cx="33261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Stakeholders</a:t>
            </a:r>
            <a:endParaRPr b="1" sz="2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Bottot Pty Ltd, ICT942 Coordinator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 Frontend, Backend, Testing, PM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403625" y="495100"/>
            <a:ext cx="6898800" cy="28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Acceptance Criteria</a:t>
            </a:r>
            <a:endParaRPr b="1" sz="25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prototype fully installed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system + AI explanations functional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dashboard operational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150+ questions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all 6 domains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check: No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severity issues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(OWASP ZAP)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coverage ≥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80%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Gantt chart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700" y="1203587"/>
            <a:ext cx="4117126" cy="273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025" y="1203575"/>
            <a:ext cx="4034600" cy="273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252925"/>
            <a:ext cx="85206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eam Roles &amp; Responsibilities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530"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Bipan Dhakal (Frontend):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UI design, React components, Tailwind, dashboard integration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Susil Shrestha (Frontend):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Admin panel, routing, responsive design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Santosh Chapagain (Backend):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Flask API, PostgreSQL, ORM, analytics, API docs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Manzil Khanal (Testing Lead):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Testing, OWASP ZAP, bug tracking, UAT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Keshav Raj Poudel (Backend/PM):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Gemini API, backend, sprint planning, coordination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120025" y="1071575"/>
            <a:ext cx="9024000" cy="3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is implemented as a three-tier web application.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" name="Google Shape;119;p23" title="Screenshot 2026-05-03 at 6.11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25" y="1746150"/>
            <a:ext cx="8875399" cy="20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197175"/>
            <a:ext cx="8520600" cy="3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Use case diagram</a:t>
            </a: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0075"/>
            <a:ext cx="8720150" cy="439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268825" y="102125"/>
            <a:ext cx="8520600" cy="4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ERD Diagram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1500"/>
            <a:ext cx="8857300" cy="4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Flow Diagram (Level 0)</a:t>
            </a:r>
            <a:endParaRPr sz="24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44750"/>
            <a:ext cx="8839201" cy="40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88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26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Flow Diagram (Level 1)</a:t>
            </a:r>
            <a:endParaRPr sz="226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00" y="596900"/>
            <a:ext cx="8276275" cy="41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Technology Stack Overview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8"/>
          <p:cNvSpPr txBox="1"/>
          <p:nvPr>
            <p:ph idx="1" type="body"/>
          </p:nvPr>
        </p:nvSpPr>
        <p:spPr>
          <a:xfrm>
            <a:off x="0" y="1017725"/>
            <a:ext cx="88323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React + Tailwind CSS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 Flask (REST API)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PostgreSQL (Supabase)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Engine: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Google Gemini API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 (server-side analytics)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Key Justifications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(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&amp; Tailwind) : 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UI quickly with reusable components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(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Flask):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lightweight, flexible framework for API building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(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PostgreSQL): 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Robust, scalable SQL database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Engine (Gemini API):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Free tier + powerful AI reasoning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(Python): 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Accurate, consistent data processing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Implementation/Sprint Plan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30" title="Screenshot 2026-05-03 at 10.51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375" y="1065750"/>
            <a:ext cx="7387876" cy="385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Nearly 60% of ISTQB candidates fail their first attempt due to lack of smart, affordable prep too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offers AI-powered explanations, domain analytics, and 150+ practice questions — all free.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on React, Flask, and PostgreSQL with OWASP Top 10 security standards.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feasibility dimensions validated with a clear 12-week Agile-Waterfall delivery plan.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strong proof of concept for AI-enhanced learning, aligned with Bottot Pty Ltd's EdTech goals.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